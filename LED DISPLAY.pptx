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C4C8A-D0A6-535D-218E-F254BC622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0595A6-6B39-749E-6620-BE2A5C935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D4B39-F4EC-21D2-CAF4-11A7635FB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326C-42C7-4B0B-B1FB-94231C51E29A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73074-52E0-2796-4F59-4D90AC2C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C7B5F-A4DA-E2EE-2C03-F619ED21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CE68-8314-4043-B5EE-03CD92B8B9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925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75E9-D39C-7891-AD51-B4A63853F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FA1F1-0F78-1BFD-F369-1EE416BC7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9FA37-AA4C-D433-F622-BF468722E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326C-42C7-4B0B-B1FB-94231C51E29A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81A6D-A4C5-B227-A00A-C237CAA2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61E1D-EE5C-A1C9-59CC-454E9463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CE68-8314-4043-B5EE-03CD92B8B9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4102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3A0F0-683A-9306-365B-8BA2B936D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DBD64-7BC0-BE09-BE07-A6F24E4FE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459E6-B302-6B6C-23DC-1EE3F5A01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326C-42C7-4B0B-B1FB-94231C51E29A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ABBD5-05F1-EC6B-4684-EEB6AE5D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8862C-A1E2-F1E6-8D6D-A228D441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CE68-8314-4043-B5EE-03CD92B8B9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288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2101C-A499-CE69-3592-82973B3E3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EF192-B40B-CD8F-B945-D95AD237C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791A2-F67B-5D70-A1CE-1A8284434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D4D48-4920-B66E-F132-C54010899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326C-42C7-4B0B-B1FB-94231C51E29A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4BDD9-B7E8-D9F8-8CAE-5E9C73816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645F9-59E5-A66C-72A1-7CA95CABE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CE68-8314-4043-B5EE-03CD92B8B9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928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FAEC7-D142-E404-EFE0-2BA46C682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3EDB8-5D76-8D00-D803-F5AD000FC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46063-FA7E-4482-0B00-FB4F63444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C2E42-86BD-9971-3CA8-B9B81197C9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81E346-7249-DA75-7882-F0ABC5E069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BC6445-FE5A-C1EF-A391-489FF3558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326C-42C7-4B0B-B1FB-94231C51E29A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FAFFA2-79BC-E8F6-97B2-6E5544C7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837D7-BCB2-3247-3744-F53F8A1B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CE68-8314-4043-B5EE-03CD92B8B9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019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9234C-E38A-D141-0390-8A87F938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4313A6-7ECF-F223-B874-5DBD4E218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326C-42C7-4B0B-B1FB-94231C51E29A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31A359-DF52-FFB3-88D8-5C555ECD5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008DE-B274-181A-195E-86CC87421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CE68-8314-4043-B5EE-03CD92B8B9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0232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C2D97-975A-A9EC-D320-3E09642E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326C-42C7-4B0B-B1FB-94231C51E29A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2299E3-F65D-18E2-E893-343047035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43BBD-27F6-0621-198A-58228EBE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CE68-8314-4043-B5EE-03CD92B8B9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0256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D0701-6EF0-E3A6-2F2F-4185F4FE7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D1C31-933E-D22F-B67D-1CF7D0DB8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7CC48-1160-CDAA-DD22-8E15F8C05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CD3F9-E854-FDC4-14CA-5C3881DD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326C-42C7-4B0B-B1FB-94231C51E29A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8A0DA-55A1-E262-77FA-4D7D9B0C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BC6D8-8DB0-65E6-C4E6-E484EE73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CE68-8314-4043-B5EE-03CD92B8B9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8193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41D2F-3047-0395-B619-EC57A4D34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B07B39-300D-7E77-031A-F84324B5E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071AC-980D-0282-7073-27D99990B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BECE4-053F-FF4D-74FE-3BAEC5E4D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326C-42C7-4B0B-B1FB-94231C51E29A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FD3BA-D951-23FA-FEAB-DD6085015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D8F49-8CED-92C9-91D5-C6BBB6955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CE68-8314-4043-B5EE-03CD92B8B9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2963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8BB2-955C-BD4B-A3E0-AECECDCD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C3672-671C-3514-4767-8E44AAF42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94455-FF1D-4088-7860-E993A6AD8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326C-42C7-4B0B-B1FB-94231C51E29A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055F0-3C13-1CC7-F628-409B13EA5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A7735-FC30-5318-00D6-974377509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CE68-8314-4043-B5EE-03CD92B8B9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7534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BD67D3-CCED-7C95-8395-9362A737D0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D13B5-D544-C39E-2815-7BEE63E85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C1D03-5AF7-9A23-C225-63D374FF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326C-42C7-4B0B-B1FB-94231C51E29A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4131A-1CED-3DA7-F991-5ED6F044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4F7AD-44CE-B0C4-630E-A193C5187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CE68-8314-4043-B5EE-03CD92B8B9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714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877B07-C901-1AAE-B3E3-CE0639837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F522B-1F55-97F0-36B7-F333FA656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6CF76-0F48-48B6-8295-B4F3F519A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D326C-42C7-4B0B-B1FB-94231C51E29A}" type="datetimeFigureOut">
              <a:rPr lang="en-AU" smtClean="0"/>
              <a:t>21/06/2026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81EF0-2DA9-5933-CBC3-3A7638C7B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93A55-7AA6-80D2-C2FF-6F60C3C71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7CE68-8314-4043-B5EE-03CD92B8B9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28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igikey.com.au/en/products/detail/xinglight/XL-B1010RGBT-HF/25673321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m.digikey.com/Volume0/opasdata/d220001/medias/docus/8903/XL-B1010RGBT-HF.pdf" TargetMode="External"/><Relationship Id="rId4" Type="http://schemas.openxmlformats.org/officeDocument/2006/relationships/hyperlink" Target="https://www.rxelectronics.com.ua/datasheet/64/kwm-20881ava.pdf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digikey.com.au/en/products/detail/lumimax-optoelectronic-technology/LED10WHI/2926355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AE25D-5321-1B8A-BDC8-2E9231BA51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LED DISPLAY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32B136-CDFF-1467-AEF7-579B4E07D1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750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8C5CF-7943-24FF-E09C-9F9CFBA2904D}"/>
              </a:ext>
            </a:extLst>
          </p:cNvPr>
          <p:cNvSpPr/>
          <p:nvPr/>
        </p:nvSpPr>
        <p:spPr>
          <a:xfrm>
            <a:off x="3989833" y="1825625"/>
            <a:ext cx="3600000" cy="36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603C68-40FE-C8CC-6438-770D323EC608}"/>
              </a:ext>
            </a:extLst>
          </p:cNvPr>
          <p:cNvCxnSpPr/>
          <p:nvPr/>
        </p:nvCxnSpPr>
        <p:spPr>
          <a:xfrm>
            <a:off x="7887843" y="1927000"/>
            <a:ext cx="0" cy="35144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628463-5994-7685-5598-6291A869045F}"/>
              </a:ext>
            </a:extLst>
          </p:cNvPr>
          <p:cNvCxnSpPr/>
          <p:nvPr/>
        </p:nvCxnSpPr>
        <p:spPr>
          <a:xfrm>
            <a:off x="3965067" y="1696593"/>
            <a:ext cx="392277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3C1F465-3BCB-4835-752D-51ED865E41BD}"/>
              </a:ext>
            </a:extLst>
          </p:cNvPr>
          <p:cNvSpPr txBox="1"/>
          <p:nvPr/>
        </p:nvSpPr>
        <p:spPr>
          <a:xfrm>
            <a:off x="4980051" y="1281521"/>
            <a:ext cx="189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~200MM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52DD4-9B8B-5C5A-88CB-269F8933F60C}"/>
              </a:ext>
            </a:extLst>
          </p:cNvPr>
          <p:cNvSpPr txBox="1"/>
          <p:nvPr/>
        </p:nvSpPr>
        <p:spPr>
          <a:xfrm>
            <a:off x="7887843" y="2992993"/>
            <a:ext cx="189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~200MM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05007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26B214-2D03-4818-6D7C-A1E09FA06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7287" y="2644844"/>
            <a:ext cx="2461473" cy="207282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BB32986-5AE3-95E1-5B62-5A9B32C1FF82}"/>
              </a:ext>
            </a:extLst>
          </p:cNvPr>
          <p:cNvCxnSpPr>
            <a:cxnSpLocks/>
          </p:cNvCxnSpPr>
          <p:nvPr/>
        </p:nvCxnSpPr>
        <p:spPr>
          <a:xfrm>
            <a:off x="5870448" y="2644844"/>
            <a:ext cx="1417320" cy="5829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E46693-08A1-3D33-5090-29009D8DE13F}"/>
              </a:ext>
            </a:extLst>
          </p:cNvPr>
          <p:cNvCxnSpPr>
            <a:cxnSpLocks/>
          </p:cNvCxnSpPr>
          <p:nvPr/>
        </p:nvCxnSpPr>
        <p:spPr>
          <a:xfrm flipH="1">
            <a:off x="6579108" y="3334385"/>
            <a:ext cx="708660" cy="12741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B472B34-4A1E-13FC-5D94-54D474A25FAB}"/>
              </a:ext>
            </a:extLst>
          </p:cNvPr>
          <p:cNvSpPr txBox="1"/>
          <p:nvPr/>
        </p:nvSpPr>
        <p:spPr>
          <a:xfrm>
            <a:off x="6933438" y="3971480"/>
            <a:ext cx="189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38MM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E0AEDC-5D31-1557-132B-7910EC7230DC}"/>
              </a:ext>
            </a:extLst>
          </p:cNvPr>
          <p:cNvSpPr txBox="1"/>
          <p:nvPr/>
        </p:nvSpPr>
        <p:spPr>
          <a:xfrm>
            <a:off x="6572356" y="2484898"/>
            <a:ext cx="189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38MM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2860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18456-0544-D6E4-295C-91F6E2C8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64E465-4C21-D445-4858-243F218F4479}"/>
              </a:ext>
            </a:extLst>
          </p:cNvPr>
          <p:cNvSpPr/>
          <p:nvPr/>
        </p:nvSpPr>
        <p:spPr>
          <a:xfrm>
            <a:off x="3989833" y="1825625"/>
            <a:ext cx="3600000" cy="36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63ECFD-6AFF-8A0E-FA33-3E79350D11F1}"/>
              </a:ext>
            </a:extLst>
          </p:cNvPr>
          <p:cNvCxnSpPr>
            <a:cxnSpLocks/>
          </p:cNvCxnSpPr>
          <p:nvPr/>
        </p:nvCxnSpPr>
        <p:spPr>
          <a:xfrm>
            <a:off x="8287893" y="1827394"/>
            <a:ext cx="0" cy="41138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84335A-154B-7D1B-B55C-BD0CBF455D8E}"/>
              </a:ext>
            </a:extLst>
          </p:cNvPr>
          <p:cNvCxnSpPr>
            <a:cxnSpLocks/>
          </p:cNvCxnSpPr>
          <p:nvPr/>
        </p:nvCxnSpPr>
        <p:spPr>
          <a:xfrm>
            <a:off x="3965067" y="1696593"/>
            <a:ext cx="419785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ACD4536-EF5D-3AB7-F9FA-44E9AD218E52}"/>
              </a:ext>
            </a:extLst>
          </p:cNvPr>
          <p:cNvSpPr txBox="1"/>
          <p:nvPr/>
        </p:nvSpPr>
        <p:spPr>
          <a:xfrm>
            <a:off x="4980051" y="1281521"/>
            <a:ext cx="189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~228mm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B23628-5F2C-A8DD-7EDB-0E07E4BF29FC}"/>
              </a:ext>
            </a:extLst>
          </p:cNvPr>
          <p:cNvSpPr txBox="1"/>
          <p:nvPr/>
        </p:nvSpPr>
        <p:spPr>
          <a:xfrm>
            <a:off x="8668893" y="3006127"/>
            <a:ext cx="189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~228mm</a:t>
            </a:r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8AD68E-ACA1-D2CD-8113-0DC0A017AFE2}"/>
              </a:ext>
            </a:extLst>
          </p:cNvPr>
          <p:cNvSpPr/>
          <p:nvPr/>
        </p:nvSpPr>
        <p:spPr>
          <a:xfrm>
            <a:off x="3989832" y="1818665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DD4A6E-D121-6A65-4915-8949496C1CDF}"/>
              </a:ext>
            </a:extLst>
          </p:cNvPr>
          <p:cNvSpPr/>
          <p:nvPr/>
        </p:nvSpPr>
        <p:spPr>
          <a:xfrm>
            <a:off x="3989832" y="2501881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E66C61-C803-DAAF-40CA-CE6A5960F12A}"/>
              </a:ext>
            </a:extLst>
          </p:cNvPr>
          <p:cNvSpPr/>
          <p:nvPr/>
        </p:nvSpPr>
        <p:spPr>
          <a:xfrm>
            <a:off x="3989832" y="3830858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D5D8E1-81B7-1A8B-5BB0-DF99F8B7258E}"/>
              </a:ext>
            </a:extLst>
          </p:cNvPr>
          <p:cNvSpPr/>
          <p:nvPr/>
        </p:nvSpPr>
        <p:spPr>
          <a:xfrm>
            <a:off x="3989832" y="4508778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ADD428-D6F8-982F-133B-083EAA8C4561}"/>
              </a:ext>
            </a:extLst>
          </p:cNvPr>
          <p:cNvSpPr/>
          <p:nvPr/>
        </p:nvSpPr>
        <p:spPr>
          <a:xfrm>
            <a:off x="3989832" y="5192778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5B8961-ABFA-B305-550B-860FC6ACE16A}"/>
              </a:ext>
            </a:extLst>
          </p:cNvPr>
          <p:cNvSpPr/>
          <p:nvPr/>
        </p:nvSpPr>
        <p:spPr>
          <a:xfrm>
            <a:off x="3989832" y="3185881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AABDFA-E1E6-B39F-CE5B-EF42BD28BDDA}"/>
              </a:ext>
            </a:extLst>
          </p:cNvPr>
          <p:cNvSpPr/>
          <p:nvPr/>
        </p:nvSpPr>
        <p:spPr>
          <a:xfrm>
            <a:off x="4673832" y="1817881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92ACD2-5999-7049-3D52-043296485078}"/>
              </a:ext>
            </a:extLst>
          </p:cNvPr>
          <p:cNvSpPr/>
          <p:nvPr/>
        </p:nvSpPr>
        <p:spPr>
          <a:xfrm>
            <a:off x="4673832" y="2501097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C579A2-613A-EABE-DB32-1E8FFE050D92}"/>
              </a:ext>
            </a:extLst>
          </p:cNvPr>
          <p:cNvSpPr/>
          <p:nvPr/>
        </p:nvSpPr>
        <p:spPr>
          <a:xfrm>
            <a:off x="4673832" y="383007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3AE1C2E-F08D-B36C-AAB8-1499E00DA468}"/>
              </a:ext>
            </a:extLst>
          </p:cNvPr>
          <p:cNvSpPr/>
          <p:nvPr/>
        </p:nvSpPr>
        <p:spPr>
          <a:xfrm>
            <a:off x="4673832" y="450799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1BEB4F-E16D-57B4-E3B5-6825A2F8F556}"/>
              </a:ext>
            </a:extLst>
          </p:cNvPr>
          <p:cNvSpPr/>
          <p:nvPr/>
        </p:nvSpPr>
        <p:spPr>
          <a:xfrm>
            <a:off x="4673832" y="519199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19B5CD-B820-61A8-9054-39B3C00BDFA3}"/>
              </a:ext>
            </a:extLst>
          </p:cNvPr>
          <p:cNvSpPr/>
          <p:nvPr/>
        </p:nvSpPr>
        <p:spPr>
          <a:xfrm>
            <a:off x="4673832" y="3185097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28017A0-1B37-B025-9119-CE77A6525D16}"/>
              </a:ext>
            </a:extLst>
          </p:cNvPr>
          <p:cNvSpPr/>
          <p:nvPr/>
        </p:nvSpPr>
        <p:spPr>
          <a:xfrm>
            <a:off x="5357831" y="1818665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4F8B94B-DDBC-9270-5474-5FD8BDE4ADF6}"/>
              </a:ext>
            </a:extLst>
          </p:cNvPr>
          <p:cNvSpPr/>
          <p:nvPr/>
        </p:nvSpPr>
        <p:spPr>
          <a:xfrm>
            <a:off x="5357831" y="2501881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D31F5D7-F21F-2767-A8F3-C7041FE42F91}"/>
              </a:ext>
            </a:extLst>
          </p:cNvPr>
          <p:cNvSpPr/>
          <p:nvPr/>
        </p:nvSpPr>
        <p:spPr>
          <a:xfrm>
            <a:off x="5357831" y="3830858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17DF592-3944-7D8B-C0C6-058BA66FFAF8}"/>
              </a:ext>
            </a:extLst>
          </p:cNvPr>
          <p:cNvSpPr/>
          <p:nvPr/>
        </p:nvSpPr>
        <p:spPr>
          <a:xfrm>
            <a:off x="5357831" y="4508778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0E1A27C-63B0-202F-8959-FDB7BFCD8C3C}"/>
              </a:ext>
            </a:extLst>
          </p:cNvPr>
          <p:cNvSpPr/>
          <p:nvPr/>
        </p:nvSpPr>
        <p:spPr>
          <a:xfrm>
            <a:off x="5357831" y="5192778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3BBE362-D75F-EF4F-840A-E3D3F790CEE0}"/>
              </a:ext>
            </a:extLst>
          </p:cNvPr>
          <p:cNvSpPr/>
          <p:nvPr/>
        </p:nvSpPr>
        <p:spPr>
          <a:xfrm>
            <a:off x="5357831" y="3185881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9E8F19B-DF93-7A1D-9763-EABC4CF5B0FA}"/>
              </a:ext>
            </a:extLst>
          </p:cNvPr>
          <p:cNvSpPr/>
          <p:nvPr/>
        </p:nvSpPr>
        <p:spPr>
          <a:xfrm>
            <a:off x="6041831" y="1817881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E1CF101-6627-1489-FB0E-3D2E8F763D4E}"/>
              </a:ext>
            </a:extLst>
          </p:cNvPr>
          <p:cNvSpPr/>
          <p:nvPr/>
        </p:nvSpPr>
        <p:spPr>
          <a:xfrm>
            <a:off x="6041831" y="2501097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7157DFF-6FF2-2854-6849-F9AD0BA93EC4}"/>
              </a:ext>
            </a:extLst>
          </p:cNvPr>
          <p:cNvSpPr/>
          <p:nvPr/>
        </p:nvSpPr>
        <p:spPr>
          <a:xfrm>
            <a:off x="6041831" y="383007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420E8C3-80D6-3FB1-5F1C-6630ED1926BA}"/>
              </a:ext>
            </a:extLst>
          </p:cNvPr>
          <p:cNvSpPr/>
          <p:nvPr/>
        </p:nvSpPr>
        <p:spPr>
          <a:xfrm>
            <a:off x="6041831" y="450799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D5E44DC-75ED-A3F9-C70F-FE71CBBDD409}"/>
              </a:ext>
            </a:extLst>
          </p:cNvPr>
          <p:cNvSpPr/>
          <p:nvPr/>
        </p:nvSpPr>
        <p:spPr>
          <a:xfrm>
            <a:off x="6041831" y="519199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1EC1F53-74AA-37BA-0280-07C4FCD19A7D}"/>
              </a:ext>
            </a:extLst>
          </p:cNvPr>
          <p:cNvSpPr/>
          <p:nvPr/>
        </p:nvSpPr>
        <p:spPr>
          <a:xfrm>
            <a:off x="6041831" y="3185097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2AE04EA-D86E-F65E-BEEE-D0867A344C1E}"/>
              </a:ext>
            </a:extLst>
          </p:cNvPr>
          <p:cNvSpPr/>
          <p:nvPr/>
        </p:nvSpPr>
        <p:spPr>
          <a:xfrm>
            <a:off x="6725830" y="1817881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32EF448-48D8-7EA8-3BA7-20ED1B765C7B}"/>
              </a:ext>
            </a:extLst>
          </p:cNvPr>
          <p:cNvSpPr/>
          <p:nvPr/>
        </p:nvSpPr>
        <p:spPr>
          <a:xfrm>
            <a:off x="6725830" y="2501097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6DA5E56-1AE4-68E5-89B5-BFBC8E6C38DB}"/>
              </a:ext>
            </a:extLst>
          </p:cNvPr>
          <p:cNvSpPr/>
          <p:nvPr/>
        </p:nvSpPr>
        <p:spPr>
          <a:xfrm>
            <a:off x="6725830" y="383007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A9A7352-0732-9BF0-02EE-15BE424D02BD}"/>
              </a:ext>
            </a:extLst>
          </p:cNvPr>
          <p:cNvSpPr/>
          <p:nvPr/>
        </p:nvSpPr>
        <p:spPr>
          <a:xfrm>
            <a:off x="6725830" y="450799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EBEC5BC-75FF-02C8-9AA0-EA6C0900BFB4}"/>
              </a:ext>
            </a:extLst>
          </p:cNvPr>
          <p:cNvSpPr/>
          <p:nvPr/>
        </p:nvSpPr>
        <p:spPr>
          <a:xfrm>
            <a:off x="6725830" y="519199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B1D089E-BDB5-5150-0B1B-4A793910B4DA}"/>
              </a:ext>
            </a:extLst>
          </p:cNvPr>
          <p:cNvSpPr/>
          <p:nvPr/>
        </p:nvSpPr>
        <p:spPr>
          <a:xfrm>
            <a:off x="6725830" y="3185097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175AFC4-D929-717E-0C8C-D9711BAD6638}"/>
              </a:ext>
            </a:extLst>
          </p:cNvPr>
          <p:cNvSpPr/>
          <p:nvPr/>
        </p:nvSpPr>
        <p:spPr>
          <a:xfrm>
            <a:off x="7409830" y="1817097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41F8828-D51B-45D7-D8E6-F60021F277DE}"/>
              </a:ext>
            </a:extLst>
          </p:cNvPr>
          <p:cNvSpPr/>
          <p:nvPr/>
        </p:nvSpPr>
        <p:spPr>
          <a:xfrm>
            <a:off x="7409830" y="2500313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9D4CEAB-59F7-CE4C-A0A9-57AB7214A236}"/>
              </a:ext>
            </a:extLst>
          </p:cNvPr>
          <p:cNvSpPr/>
          <p:nvPr/>
        </p:nvSpPr>
        <p:spPr>
          <a:xfrm>
            <a:off x="7409830" y="3829290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92F197F-BA45-8F77-16D0-D9220BBC377C}"/>
              </a:ext>
            </a:extLst>
          </p:cNvPr>
          <p:cNvSpPr/>
          <p:nvPr/>
        </p:nvSpPr>
        <p:spPr>
          <a:xfrm>
            <a:off x="7409830" y="4507210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3B27D8F-8241-143E-C219-843C4D1626B5}"/>
              </a:ext>
            </a:extLst>
          </p:cNvPr>
          <p:cNvSpPr/>
          <p:nvPr/>
        </p:nvSpPr>
        <p:spPr>
          <a:xfrm>
            <a:off x="7409830" y="5191210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0A34366-8994-AED0-4032-FBEDCA368D79}"/>
              </a:ext>
            </a:extLst>
          </p:cNvPr>
          <p:cNvSpPr/>
          <p:nvPr/>
        </p:nvSpPr>
        <p:spPr>
          <a:xfrm>
            <a:off x="7409830" y="3184313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8226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19477-380E-3614-48DD-4CFCCD01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6F7133-5932-7AD5-D134-B664F256E4B0}"/>
              </a:ext>
            </a:extLst>
          </p:cNvPr>
          <p:cNvSpPr/>
          <p:nvPr/>
        </p:nvSpPr>
        <p:spPr>
          <a:xfrm>
            <a:off x="3989833" y="1825625"/>
            <a:ext cx="3600000" cy="36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68E40F-9C26-8A41-BEDE-9BCD5F45FC22}"/>
              </a:ext>
            </a:extLst>
          </p:cNvPr>
          <p:cNvCxnSpPr>
            <a:cxnSpLocks/>
          </p:cNvCxnSpPr>
          <p:nvPr/>
        </p:nvCxnSpPr>
        <p:spPr>
          <a:xfrm>
            <a:off x="8287893" y="1827394"/>
            <a:ext cx="0" cy="41138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5EB774-9F38-0D94-7BDD-D5977C30BB8B}"/>
              </a:ext>
            </a:extLst>
          </p:cNvPr>
          <p:cNvCxnSpPr>
            <a:cxnSpLocks/>
          </p:cNvCxnSpPr>
          <p:nvPr/>
        </p:nvCxnSpPr>
        <p:spPr>
          <a:xfrm>
            <a:off x="3965067" y="1696593"/>
            <a:ext cx="419785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77F08EA-D1F7-A654-F519-1ED459963C52}"/>
              </a:ext>
            </a:extLst>
          </p:cNvPr>
          <p:cNvSpPr txBox="1"/>
          <p:nvPr/>
        </p:nvSpPr>
        <p:spPr>
          <a:xfrm>
            <a:off x="4980051" y="1281521"/>
            <a:ext cx="189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230mm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59EAA-82F3-43E2-5F5E-0CAB71B2A9C1}"/>
              </a:ext>
            </a:extLst>
          </p:cNvPr>
          <p:cNvSpPr txBox="1"/>
          <p:nvPr/>
        </p:nvSpPr>
        <p:spPr>
          <a:xfrm>
            <a:off x="8668893" y="3006127"/>
            <a:ext cx="189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230mm</a:t>
            </a:r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BA5732-A139-6AA8-9D2E-4CFA1B78B45F}"/>
              </a:ext>
            </a:extLst>
          </p:cNvPr>
          <p:cNvSpPr/>
          <p:nvPr/>
        </p:nvSpPr>
        <p:spPr>
          <a:xfrm>
            <a:off x="3989832" y="1818665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13AD4B-939E-3778-5365-B45E23F72E37}"/>
              </a:ext>
            </a:extLst>
          </p:cNvPr>
          <p:cNvSpPr/>
          <p:nvPr/>
        </p:nvSpPr>
        <p:spPr>
          <a:xfrm>
            <a:off x="3989832" y="2501881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CDBC8F-D903-2C81-AE68-8B56F5AADD4D}"/>
              </a:ext>
            </a:extLst>
          </p:cNvPr>
          <p:cNvSpPr/>
          <p:nvPr/>
        </p:nvSpPr>
        <p:spPr>
          <a:xfrm>
            <a:off x="3989832" y="3830858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E910A9-DBAE-9FA9-13E6-21DA84550757}"/>
              </a:ext>
            </a:extLst>
          </p:cNvPr>
          <p:cNvSpPr/>
          <p:nvPr/>
        </p:nvSpPr>
        <p:spPr>
          <a:xfrm>
            <a:off x="3989832" y="4508778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94D66D-7829-766C-54AC-FB8E2359CCE0}"/>
              </a:ext>
            </a:extLst>
          </p:cNvPr>
          <p:cNvSpPr/>
          <p:nvPr/>
        </p:nvSpPr>
        <p:spPr>
          <a:xfrm>
            <a:off x="3989832" y="5192778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C0FCC3-B3CA-F048-4B14-3608679AC585}"/>
              </a:ext>
            </a:extLst>
          </p:cNvPr>
          <p:cNvSpPr/>
          <p:nvPr/>
        </p:nvSpPr>
        <p:spPr>
          <a:xfrm>
            <a:off x="3989832" y="3185881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FE168C2-87AF-B6D0-1EC6-C2EFEC00685B}"/>
              </a:ext>
            </a:extLst>
          </p:cNvPr>
          <p:cNvSpPr/>
          <p:nvPr/>
        </p:nvSpPr>
        <p:spPr>
          <a:xfrm>
            <a:off x="4673832" y="1817881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371C08A-588F-4F71-11FB-26F952B5BB08}"/>
              </a:ext>
            </a:extLst>
          </p:cNvPr>
          <p:cNvSpPr/>
          <p:nvPr/>
        </p:nvSpPr>
        <p:spPr>
          <a:xfrm>
            <a:off x="4673832" y="2501097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DD514E6-B9D5-C39C-6247-5025F611A853}"/>
              </a:ext>
            </a:extLst>
          </p:cNvPr>
          <p:cNvSpPr/>
          <p:nvPr/>
        </p:nvSpPr>
        <p:spPr>
          <a:xfrm>
            <a:off x="4673832" y="383007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B3E5ADF-6C6B-F3EB-631F-E5E5C8DEBC1A}"/>
              </a:ext>
            </a:extLst>
          </p:cNvPr>
          <p:cNvSpPr/>
          <p:nvPr/>
        </p:nvSpPr>
        <p:spPr>
          <a:xfrm>
            <a:off x="4673832" y="450799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B4AF07-2A04-3A5F-09E1-D2C02E39103E}"/>
              </a:ext>
            </a:extLst>
          </p:cNvPr>
          <p:cNvSpPr/>
          <p:nvPr/>
        </p:nvSpPr>
        <p:spPr>
          <a:xfrm>
            <a:off x="4673832" y="519199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56B303C-00A1-7FB2-A16D-D2E4F117F695}"/>
              </a:ext>
            </a:extLst>
          </p:cNvPr>
          <p:cNvSpPr/>
          <p:nvPr/>
        </p:nvSpPr>
        <p:spPr>
          <a:xfrm>
            <a:off x="4673832" y="3185097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03BA278-7524-8D20-9189-609DCDBAF0A4}"/>
              </a:ext>
            </a:extLst>
          </p:cNvPr>
          <p:cNvSpPr/>
          <p:nvPr/>
        </p:nvSpPr>
        <p:spPr>
          <a:xfrm>
            <a:off x="5357831" y="1818665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BF2D48B-6FBF-172E-EF0A-FE68F71C5F55}"/>
              </a:ext>
            </a:extLst>
          </p:cNvPr>
          <p:cNvSpPr/>
          <p:nvPr/>
        </p:nvSpPr>
        <p:spPr>
          <a:xfrm>
            <a:off x="5357831" y="2501881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C6AE68B-A785-76C2-FBB5-81DFD9A08071}"/>
              </a:ext>
            </a:extLst>
          </p:cNvPr>
          <p:cNvSpPr/>
          <p:nvPr/>
        </p:nvSpPr>
        <p:spPr>
          <a:xfrm>
            <a:off x="5357831" y="3830858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6A3C1AA-BC0A-2F49-8E08-4C5392376378}"/>
              </a:ext>
            </a:extLst>
          </p:cNvPr>
          <p:cNvSpPr/>
          <p:nvPr/>
        </p:nvSpPr>
        <p:spPr>
          <a:xfrm>
            <a:off x="5357831" y="4508778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A33F2C7-B74F-E557-C95F-F9E56C57A6BB}"/>
              </a:ext>
            </a:extLst>
          </p:cNvPr>
          <p:cNvSpPr/>
          <p:nvPr/>
        </p:nvSpPr>
        <p:spPr>
          <a:xfrm>
            <a:off x="5357831" y="5192778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B58A704-4AF8-23FB-9502-4D28F32D8664}"/>
              </a:ext>
            </a:extLst>
          </p:cNvPr>
          <p:cNvSpPr/>
          <p:nvPr/>
        </p:nvSpPr>
        <p:spPr>
          <a:xfrm>
            <a:off x="5357831" y="3185881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64E402E-CBF3-ED69-CC7E-8C0D65FD4916}"/>
              </a:ext>
            </a:extLst>
          </p:cNvPr>
          <p:cNvSpPr/>
          <p:nvPr/>
        </p:nvSpPr>
        <p:spPr>
          <a:xfrm>
            <a:off x="6041831" y="1817881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FEF2543-14C9-E131-0620-02ED3D74B33D}"/>
              </a:ext>
            </a:extLst>
          </p:cNvPr>
          <p:cNvSpPr/>
          <p:nvPr/>
        </p:nvSpPr>
        <p:spPr>
          <a:xfrm>
            <a:off x="6041831" y="2501097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5314B5-7618-77D0-6206-2D1F166372D3}"/>
              </a:ext>
            </a:extLst>
          </p:cNvPr>
          <p:cNvSpPr/>
          <p:nvPr/>
        </p:nvSpPr>
        <p:spPr>
          <a:xfrm>
            <a:off x="6041831" y="383007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ADC056D-F689-E41A-EB5D-D40BBF480A81}"/>
              </a:ext>
            </a:extLst>
          </p:cNvPr>
          <p:cNvSpPr/>
          <p:nvPr/>
        </p:nvSpPr>
        <p:spPr>
          <a:xfrm>
            <a:off x="6041831" y="450799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886F4B8-4F74-BA33-596D-EC4C84A3FE23}"/>
              </a:ext>
            </a:extLst>
          </p:cNvPr>
          <p:cNvSpPr/>
          <p:nvPr/>
        </p:nvSpPr>
        <p:spPr>
          <a:xfrm>
            <a:off x="6041831" y="519199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BF32150-D4C5-8B61-1D65-206738F22BAB}"/>
              </a:ext>
            </a:extLst>
          </p:cNvPr>
          <p:cNvSpPr/>
          <p:nvPr/>
        </p:nvSpPr>
        <p:spPr>
          <a:xfrm>
            <a:off x="6041831" y="3185097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4D82967-EE5F-73F2-A1B3-3DF53C585638}"/>
              </a:ext>
            </a:extLst>
          </p:cNvPr>
          <p:cNvSpPr/>
          <p:nvPr/>
        </p:nvSpPr>
        <p:spPr>
          <a:xfrm>
            <a:off x="6725830" y="1817881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69C32B6-FC58-EAE0-CD47-FD0E03D291AA}"/>
              </a:ext>
            </a:extLst>
          </p:cNvPr>
          <p:cNvSpPr/>
          <p:nvPr/>
        </p:nvSpPr>
        <p:spPr>
          <a:xfrm>
            <a:off x="6725830" y="2501097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353C38B-CF7E-1C5E-DCF0-4D119C94F1BF}"/>
              </a:ext>
            </a:extLst>
          </p:cNvPr>
          <p:cNvSpPr/>
          <p:nvPr/>
        </p:nvSpPr>
        <p:spPr>
          <a:xfrm>
            <a:off x="6725830" y="383007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3F08299-CCE7-406B-F1B4-FE1C85BFCB2A}"/>
              </a:ext>
            </a:extLst>
          </p:cNvPr>
          <p:cNvSpPr/>
          <p:nvPr/>
        </p:nvSpPr>
        <p:spPr>
          <a:xfrm>
            <a:off x="6725830" y="450799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A51E6AB-7B28-0A32-0F2B-D0AF3D7C28A9}"/>
              </a:ext>
            </a:extLst>
          </p:cNvPr>
          <p:cNvSpPr/>
          <p:nvPr/>
        </p:nvSpPr>
        <p:spPr>
          <a:xfrm>
            <a:off x="6725830" y="5191994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19CEDA9-904D-D47E-AC56-8FC6C7A1A860}"/>
              </a:ext>
            </a:extLst>
          </p:cNvPr>
          <p:cNvSpPr/>
          <p:nvPr/>
        </p:nvSpPr>
        <p:spPr>
          <a:xfrm>
            <a:off x="6725830" y="3185097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2332C4E-03D7-5C16-E362-4FAF422C1445}"/>
              </a:ext>
            </a:extLst>
          </p:cNvPr>
          <p:cNvSpPr/>
          <p:nvPr/>
        </p:nvSpPr>
        <p:spPr>
          <a:xfrm>
            <a:off x="7409830" y="1817097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D29FF6D-E9AE-24C7-F358-BDD652CFC726}"/>
              </a:ext>
            </a:extLst>
          </p:cNvPr>
          <p:cNvSpPr/>
          <p:nvPr/>
        </p:nvSpPr>
        <p:spPr>
          <a:xfrm>
            <a:off x="7409830" y="2500313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ACAF7F-64A6-FFB4-7410-E2CDB377DBD2}"/>
              </a:ext>
            </a:extLst>
          </p:cNvPr>
          <p:cNvSpPr/>
          <p:nvPr/>
        </p:nvSpPr>
        <p:spPr>
          <a:xfrm>
            <a:off x="7409830" y="3829290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1C0E254-B19F-FD18-CD93-0E879A843494}"/>
              </a:ext>
            </a:extLst>
          </p:cNvPr>
          <p:cNvSpPr/>
          <p:nvPr/>
        </p:nvSpPr>
        <p:spPr>
          <a:xfrm>
            <a:off x="7409830" y="4507210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16EEA03-5B76-2BD7-AD6D-8E218893842F}"/>
              </a:ext>
            </a:extLst>
          </p:cNvPr>
          <p:cNvSpPr/>
          <p:nvPr/>
        </p:nvSpPr>
        <p:spPr>
          <a:xfrm>
            <a:off x="7409830" y="5191210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3E8D84D-FC4F-0B4B-C404-7F5B5F45D483}"/>
              </a:ext>
            </a:extLst>
          </p:cNvPr>
          <p:cNvSpPr/>
          <p:nvPr/>
        </p:nvSpPr>
        <p:spPr>
          <a:xfrm>
            <a:off x="7409830" y="3184313"/>
            <a:ext cx="684000" cy="68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080FE6-0BD4-A326-92C1-B30D195A7849}"/>
              </a:ext>
            </a:extLst>
          </p:cNvPr>
          <p:cNvSpPr txBox="1"/>
          <p:nvPr/>
        </p:nvSpPr>
        <p:spPr>
          <a:xfrm>
            <a:off x="4331832" y="589701"/>
            <a:ext cx="4564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Considering space between panels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584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81618-2F04-F3C2-EC46-E320D9817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197EC4-F4FD-D096-A37D-CE73E1D1B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7287" y="2535756"/>
            <a:ext cx="2461473" cy="207282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A071E8-ED48-A749-1B9D-44E71EC123E4}"/>
              </a:ext>
            </a:extLst>
          </p:cNvPr>
          <p:cNvCxnSpPr>
            <a:cxnSpLocks/>
          </p:cNvCxnSpPr>
          <p:nvPr/>
        </p:nvCxnSpPr>
        <p:spPr>
          <a:xfrm>
            <a:off x="5870448" y="2644844"/>
            <a:ext cx="1417320" cy="5829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6C0F9-651D-CE74-88BB-6DB6A42BE213}"/>
              </a:ext>
            </a:extLst>
          </p:cNvPr>
          <p:cNvCxnSpPr>
            <a:cxnSpLocks/>
          </p:cNvCxnSpPr>
          <p:nvPr/>
        </p:nvCxnSpPr>
        <p:spPr>
          <a:xfrm flipH="1">
            <a:off x="6579108" y="3334385"/>
            <a:ext cx="708660" cy="12741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3546B62-06BD-2B7F-B8CB-8CDCD124F9D8}"/>
              </a:ext>
            </a:extLst>
          </p:cNvPr>
          <p:cNvSpPr txBox="1"/>
          <p:nvPr/>
        </p:nvSpPr>
        <p:spPr>
          <a:xfrm>
            <a:off x="6933438" y="3971480"/>
            <a:ext cx="189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38MM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DFA9F1-671A-19F2-19E0-BC034C439DE7}"/>
              </a:ext>
            </a:extLst>
          </p:cNvPr>
          <p:cNvSpPr txBox="1"/>
          <p:nvPr/>
        </p:nvSpPr>
        <p:spPr>
          <a:xfrm>
            <a:off x="6572356" y="2484898"/>
            <a:ext cx="189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38MM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2A6B02-F745-16D1-1943-D3FE8A961E41}"/>
              </a:ext>
            </a:extLst>
          </p:cNvPr>
          <p:cNvSpPr txBox="1"/>
          <p:nvPr/>
        </p:nvSpPr>
        <p:spPr>
          <a:xfrm>
            <a:off x="5762731" y="1505873"/>
            <a:ext cx="189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Unfortunately this one was obsolete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5570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42968-0327-C2F8-DCB5-CCB3CD46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1C3C330-00C6-6CA3-DA48-3961BCF59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5585" y="2669564"/>
            <a:ext cx="2770688" cy="234189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42D03B-3A60-19F1-3FC1-5E704789DDCC}"/>
              </a:ext>
            </a:extLst>
          </p:cNvPr>
          <p:cNvCxnSpPr>
            <a:cxnSpLocks/>
          </p:cNvCxnSpPr>
          <p:nvPr/>
        </p:nvCxnSpPr>
        <p:spPr>
          <a:xfrm flipV="1">
            <a:off x="4276725" y="2854230"/>
            <a:ext cx="1666875" cy="1991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8C8A27-BA70-C2FA-877B-195817F30295}"/>
              </a:ext>
            </a:extLst>
          </p:cNvPr>
          <p:cNvCxnSpPr>
            <a:cxnSpLocks/>
          </p:cNvCxnSpPr>
          <p:nvPr/>
        </p:nvCxnSpPr>
        <p:spPr>
          <a:xfrm>
            <a:off x="6032183" y="2933655"/>
            <a:ext cx="387667" cy="10378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3E56DF9-7D30-849D-2186-9048921EEB6B}"/>
              </a:ext>
            </a:extLst>
          </p:cNvPr>
          <p:cNvSpPr txBox="1"/>
          <p:nvPr/>
        </p:nvSpPr>
        <p:spPr>
          <a:xfrm>
            <a:off x="6333363" y="3130415"/>
            <a:ext cx="189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20mm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21EF4A-806D-EA5A-9C78-9C8D0C632E09}"/>
              </a:ext>
            </a:extLst>
          </p:cNvPr>
          <p:cNvSpPr txBox="1"/>
          <p:nvPr/>
        </p:nvSpPr>
        <p:spPr>
          <a:xfrm>
            <a:off x="4769845" y="2484898"/>
            <a:ext cx="189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20mm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7D4CAF-8ED3-4B33-1139-24324BB301A4}"/>
              </a:ext>
            </a:extLst>
          </p:cNvPr>
          <p:cNvSpPr txBox="1"/>
          <p:nvPr/>
        </p:nvSpPr>
        <p:spPr>
          <a:xfrm>
            <a:off x="5762731" y="1505873"/>
            <a:ext cx="189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 we went with this one instead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6282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0C386-ABD3-F3DB-7141-DD6681D2C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5E9501-8892-80B3-8870-BCA2E39AC9B2}"/>
              </a:ext>
            </a:extLst>
          </p:cNvPr>
          <p:cNvSpPr/>
          <p:nvPr/>
        </p:nvSpPr>
        <p:spPr>
          <a:xfrm>
            <a:off x="3989833" y="1825625"/>
            <a:ext cx="3600000" cy="36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661DD2-EDEA-FD3C-32D2-2C5F23389A87}"/>
              </a:ext>
            </a:extLst>
          </p:cNvPr>
          <p:cNvCxnSpPr>
            <a:cxnSpLocks/>
          </p:cNvCxnSpPr>
          <p:nvPr/>
        </p:nvCxnSpPr>
        <p:spPr>
          <a:xfrm>
            <a:off x="8287893" y="1827394"/>
            <a:ext cx="0" cy="41138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6FAEC2-2237-2982-2BD4-D73798164EC1}"/>
              </a:ext>
            </a:extLst>
          </p:cNvPr>
          <p:cNvCxnSpPr>
            <a:cxnSpLocks/>
          </p:cNvCxnSpPr>
          <p:nvPr/>
        </p:nvCxnSpPr>
        <p:spPr>
          <a:xfrm>
            <a:off x="3965067" y="1696593"/>
            <a:ext cx="419785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405704B-138A-F11F-CD57-E8C15FEA2299}"/>
              </a:ext>
            </a:extLst>
          </p:cNvPr>
          <p:cNvSpPr txBox="1"/>
          <p:nvPr/>
        </p:nvSpPr>
        <p:spPr>
          <a:xfrm>
            <a:off x="4980051" y="1281521"/>
            <a:ext cx="189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~200mm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C9F307-DA81-5415-755F-C7BB54F8C008}"/>
              </a:ext>
            </a:extLst>
          </p:cNvPr>
          <p:cNvSpPr txBox="1"/>
          <p:nvPr/>
        </p:nvSpPr>
        <p:spPr>
          <a:xfrm>
            <a:off x="8668893" y="3006127"/>
            <a:ext cx="189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~200mm</a:t>
            </a:r>
            <a:endParaRPr lang="en-AU" dirty="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2665AFE6-1D08-5597-5726-31A2D23F3812}"/>
              </a:ext>
            </a:extLst>
          </p:cNvPr>
          <p:cNvSpPr/>
          <p:nvPr/>
        </p:nvSpPr>
        <p:spPr>
          <a:xfrm>
            <a:off x="3989832" y="1818665"/>
            <a:ext cx="36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5B0BE7E6-3A9B-1093-7236-9D28E5E4D9D4}"/>
              </a:ext>
            </a:extLst>
          </p:cNvPr>
          <p:cNvSpPr/>
          <p:nvPr/>
        </p:nvSpPr>
        <p:spPr>
          <a:xfrm>
            <a:off x="4360331" y="1818665"/>
            <a:ext cx="36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5CFFF03-3D41-33C6-F46D-1D04A88B50D1}"/>
              </a:ext>
            </a:extLst>
          </p:cNvPr>
          <p:cNvSpPr/>
          <p:nvPr/>
        </p:nvSpPr>
        <p:spPr>
          <a:xfrm>
            <a:off x="4730830" y="1806580"/>
            <a:ext cx="36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0CAB3633-1D0D-347E-DEAB-E1632BE59A83}"/>
              </a:ext>
            </a:extLst>
          </p:cNvPr>
          <p:cNvSpPr/>
          <p:nvPr/>
        </p:nvSpPr>
        <p:spPr>
          <a:xfrm>
            <a:off x="5090830" y="1794495"/>
            <a:ext cx="36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671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48FC-A1ED-20A5-FB84-03B39ED1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6EC1A-8F88-1E16-7E48-4DA0232F5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Each led array is 1.20 which means it would be 120 bucks just for this simple desk display which I could probably buy from </a:t>
            </a:r>
            <a:r>
              <a:rPr lang="en-GB" dirty="0" err="1"/>
              <a:t>temu</a:t>
            </a:r>
            <a:r>
              <a:rPr lang="en-GB" dirty="0"/>
              <a:t> for less than 20.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Maybe I can make my own led array for less than 1.20?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If I can make a 20x20mm array with 8x8 </a:t>
            </a:r>
            <a:r>
              <a:rPr lang="en-GB" dirty="0" err="1"/>
              <a:t>leds</a:t>
            </a:r>
            <a:r>
              <a:rPr lang="en-GB" dirty="0"/>
              <a:t> for less than 0.20 each for materials then that would be worth while.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Maybe make a 32x32 led screen using these </a:t>
            </a:r>
            <a:r>
              <a:rPr lang="en-GB" dirty="0" err="1"/>
              <a:t>leds</a:t>
            </a:r>
            <a:endParaRPr lang="en-GB" dirty="0"/>
          </a:p>
          <a:p>
            <a:pPr marL="0" indent="0">
              <a:buNone/>
            </a:pPr>
            <a:r>
              <a:rPr lang="en-GB" dirty="0">
                <a:hlinkClick r:id="rId2"/>
              </a:rPr>
              <a:t>https://www.digikey.com.au/en/products/detail/xinglight/XL-B1010RGBT-HF/25673321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4727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0FF42B-08EA-D808-9415-FC2524F0E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79977"/>
            <a:ext cx="1546994" cy="20042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F3B578-8893-2C1F-E0D2-110D92D6E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975" y="0"/>
            <a:ext cx="6983883" cy="66067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1B860-85EF-6E57-B59C-7D89CFCD96C5}"/>
              </a:ext>
            </a:extLst>
          </p:cNvPr>
          <p:cNvSpPr txBox="1"/>
          <p:nvPr/>
        </p:nvSpPr>
        <p:spPr>
          <a:xfrm>
            <a:off x="4233862" y="2494352"/>
            <a:ext cx="22145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hlinkClick r:id="rId4"/>
              </a:rPr>
              <a:t>https://www.rxelectronics.com.ua/datasheet/64/kwm-20881ava.pdf</a:t>
            </a:r>
            <a:r>
              <a:rPr lang="en-AU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B5443D-B32D-411C-EB77-37BC4F33C7C4}"/>
              </a:ext>
            </a:extLst>
          </p:cNvPr>
          <p:cNvSpPr txBox="1"/>
          <p:nvPr/>
        </p:nvSpPr>
        <p:spPr>
          <a:xfrm>
            <a:off x="371475" y="4020918"/>
            <a:ext cx="24003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hlinkClick r:id="rId5"/>
              </a:rPr>
              <a:t>https://mm.digikey.com/Volume0/opasdata/d220001/medias/docus/8903/XL-B1010RGBT-HF.pdf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1434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C1168-F565-DF5B-5735-7AAD68739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7F4C1-9A78-D60E-776D-55618B8E8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91700" cy="4351338"/>
          </a:xfrm>
        </p:spPr>
        <p:txBody>
          <a:bodyPr/>
          <a:lstStyle/>
          <a:p>
            <a:r>
              <a:rPr lang="en-GB" dirty="0"/>
              <a:t>Could make it 22x22 still white only but cheaper.</a:t>
            </a:r>
          </a:p>
          <a:p>
            <a:r>
              <a:rPr lang="en-GB" dirty="0"/>
              <a:t>$60 for 500 </a:t>
            </a:r>
            <a:r>
              <a:rPr lang="en-GB" dirty="0">
                <a:hlinkClick r:id="rId2"/>
              </a:rPr>
              <a:t>https://www.digikey.com.au/en/products/detail/lumimax-optoelectronic-technology/LED10WHI/29263557</a:t>
            </a:r>
            <a:r>
              <a:rPr lang="en-GB" dirty="0"/>
              <a:t> </a:t>
            </a:r>
          </a:p>
          <a:p>
            <a:r>
              <a:rPr lang="en-GB" dirty="0"/>
              <a:t>Sqrt(500)=22</a:t>
            </a:r>
          </a:p>
          <a:p>
            <a:r>
              <a:rPr lang="en-GB" dirty="0"/>
              <a:t>$120 for better resolution</a:t>
            </a:r>
          </a:p>
          <a:p>
            <a:r>
              <a:rPr lang="en-GB" dirty="0"/>
              <a:t>$210 for </a:t>
            </a:r>
            <a:r>
              <a:rPr lang="en-GB" dirty="0" err="1"/>
              <a:t>rgb</a:t>
            </a:r>
            <a:r>
              <a:rPr lang="en-GB" dirty="0"/>
              <a:t> and better resolution</a:t>
            </a:r>
          </a:p>
          <a:p>
            <a:pPr marL="0" indent="0">
              <a:buNone/>
            </a:pPr>
            <a:r>
              <a:rPr lang="en-GB" dirty="0"/>
              <a:t>but only 13cm</a:t>
            </a:r>
          </a:p>
          <a:p>
            <a:endParaRPr lang="en-GB" dirty="0"/>
          </a:p>
          <a:p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F95BE2-CD37-7754-DDC9-B352EF76E5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527" y="3743096"/>
            <a:ext cx="5272141" cy="294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94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230</Words>
  <Application>Microsoft Office PowerPoint</Application>
  <PresentationFormat>Widescreen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LED DISPLAY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Bruce</dc:creator>
  <cp:lastModifiedBy>Samuel Bruce</cp:lastModifiedBy>
  <cp:revision>6</cp:revision>
  <dcterms:created xsi:type="dcterms:W3CDTF">2026-06-21T03:00:40Z</dcterms:created>
  <dcterms:modified xsi:type="dcterms:W3CDTF">2026-06-21T08:33:04Z</dcterms:modified>
</cp:coreProperties>
</file>